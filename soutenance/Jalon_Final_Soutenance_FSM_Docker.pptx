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1155680" cy="35661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Chaîne DevOps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DD4BF"/>
                </a:solidFill>
                <a:latin typeface="Calibri"/>
              </a:rPr>
              <a:t>Application fil rouge FSM — du commit à l'observabilité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Stage Wilance  ·  Abdellah ANECLOUB &amp; Youssef Ouchen</a:t>
            </a:r>
          </a:p>
          <a:p>
            <a:r>
              <a:rPr sz="1400" b="0">
                <a:solidFill>
                  <a:srgbClr val="8B9CB3"/>
                </a:solidFill>
                <a:latin typeface="Calibri"/>
              </a:rPr>
              <a:t>Git · CI/CD · Conteneurs · Cloud AWS · Kubernetes · GitOps ·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6CCF2"/>
                </a:solidFill>
                <a:latin typeface="Calibri"/>
              </a:rPr>
              <a:t>fsm-app-morocco.duckdns.org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Contexte &amp; objectif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Une app simple pour construire une vraie chaîne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063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Next.js + PostgreSQL</a:t>
            </a:r>
            <a:br/>
            <a:r>
              <a:rPr sz="1600" b="0">
                <a:solidFill>
                  <a:srgbClr val="F1F5F9"/>
                </a:solidFill>
                <a:latin typeface="Calibri"/>
              </a:rPr>
              <a:t>Gestion d'interventions FSM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Objectif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063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Automatiser, sécuriser,</a:t>
            </a:r>
            <a:br/>
            <a:r>
              <a:rPr sz="1600" b="0">
                <a:solidFill>
                  <a:srgbClr val="F1F5F9"/>
                </a:solidFill>
                <a:latin typeface="Calibri"/>
              </a:rPr>
              <a:t>déployer et observer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Méthode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063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Jalons successifs,</a:t>
            </a:r>
            <a:br/>
            <a:r>
              <a:rPr sz="1600" b="0">
                <a:solidFill>
                  <a:srgbClr val="F1F5F9"/>
                </a:solidFill>
                <a:latin typeface="Calibri"/>
              </a:rPr>
              <a:t>PR, preuves, démos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Architecture de la chaîne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Flux unique de bout en 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PR &amp; revue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8346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6CCF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Tests &amp; sécu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8346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6CCF2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GHCR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Image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6CCF2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AWS EC2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Terraform</a:t>
            </a:r>
            <a:br/>
            <a:r>
              <a:rPr sz="1200" b="0">
                <a:solidFill>
                  <a:srgbClr val="8B9CB3"/>
                </a:solidFill>
                <a:latin typeface="Calibri"/>
              </a:rPr>
              <a:t>Ansible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8346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6CCF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Helm</a:t>
            </a:r>
            <a:br/>
            <a:r>
              <a:rPr sz="1200" b="0">
                <a:solidFill>
                  <a:srgbClr val="8B9CB3"/>
                </a:solidFill>
                <a:latin typeface="Calibri"/>
              </a:rPr>
              <a:t>Argo 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8346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6CCF2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164592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87000" y="1965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Observabilité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3246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B9CB3"/>
                </a:solidFill>
                <a:latin typeface="Calibri"/>
              </a:rPr>
              <a:t>Prometheus</a:t>
            </a:r>
            <a:br/>
            <a:r>
              <a:rPr sz="1200" b="0">
                <a:solidFill>
                  <a:srgbClr val="8B9CB3"/>
                </a:solidFill>
                <a:latin typeface="Calibri"/>
              </a:rPr>
              <a:t>Grafana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02920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•  Prod web HTTPS sur EC2 (DuckDNS) + orchestration K8s/GitOps en parallèle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•  Même image GHCR utilisée sur les cibles de 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Fondations &amp; conteneurisation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Git propre · Docker multi-stage · Compose · Postgres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Travail par branches et Pull Requests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Route de santé /api/health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Image optimisée (~264 Mo)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Stack locale : app + PostgreSQL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Auth locale (NextAuth) découplée du SaaS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Données persistantes via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bea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72176"/>
            <a:ext cx="5212080" cy="23537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CI/CD &amp;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Automatiser la qualité avant la publication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411480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GitHub Actions sur PR / main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Tests unitaires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Gitleaks (secrets)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Trivy (vulnérabilités)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Build &amp; push GHCR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Pipeline bloquant si échec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85800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lon-final-ci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14166"/>
            <a:ext cx="6492240" cy="22697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Déploiement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Automatisation jusqu'à la mise en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Base managée Neon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Déploiement auto (Railway) via CI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Health check après mise en ligne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Procédure de rollback documentée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Secrets hors dépôt (GitHub Secrets)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576072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lon-final-site-duck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29379"/>
            <a:ext cx="5394960" cy="24393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Infrastructure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AWS EC2 reproductible avec Terraform &amp; Ansible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Terraform : EC2 + Security Group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Ansible : Docker, Nginx, Certbot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DuckDNS + HTTPS Let's Encrypt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Infra séparée (dépôt dédié)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Destroy / recreate démontré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Idempotence du playbook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576072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lon-final-site-duck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29379"/>
            <a:ext cx="5394960" cy="24393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56235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6CCF2"/>
                </a:solidFill>
                <a:latin typeface="Calibri"/>
              </a:rPr>
              <a:t>https://fsm-app-morocco.duckdns.org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Kubernetes &amp; Helm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Orchestration et paquet réutilisable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02920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Deployment, Service, Ingress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Mise à l'échelle des réplicas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Sondes /api/health + limites ressources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Chart Helm fsm-app + values.yaml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Upgrade et rollback validés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1732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lon-final-pods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18122"/>
            <a:ext cx="5577840" cy="6100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60720" y="3611880"/>
            <a:ext cx="5943600" cy="24688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euve-helm.pptx_t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749039"/>
            <a:ext cx="390144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GitOps avec Argo 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Git comme unique source de vérité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94944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jalon9-argocd-healthy-sy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98800"/>
            <a:ext cx="6583680" cy="330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417320"/>
            <a:ext cx="4023360" cy="466344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Sync automatique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Self-heal activé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Prune des ressources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État Healthy / Synced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Drift corrigé depuis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Observabilité &amp; fiabilité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Mesurer, visualiser, alerter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931920" cy="47091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Métriques /api/metrics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Collecte Prometheus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Dashboard Grafana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SLO : p95 &lt; 1s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•  Alerte haute latence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7040880" cy="28803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lon10-grafan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838" y="1508760"/>
            <a:ext cx="4984084" cy="2606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663440" y="4434840"/>
            <a:ext cx="7040880" cy="164592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alon10-alert-fsm-high-latency-fi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084" y="4526280"/>
            <a:ext cx="4675516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Résultat démontrable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CB3"/>
                </a:solidFill>
                <a:latin typeface="Calibri"/>
              </a:rPr>
              <a:t>La chaîne fonctionne de bout en 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CI 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Qualité + sécu automatisées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08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Site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HTTPS DuckDNS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60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Pods Ready / Helm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GitOps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Argo Synced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94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Grafana + alerte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9476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4206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Calibri"/>
              </a:rPr>
              <a:t>Repo propre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4632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Calibri"/>
              </a:rPr>
              <a:t>Secrets hors 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Apprentissages &amp;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0259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dirty="0">
                <a:solidFill>
                  <a:srgbClr val="8B9CB3"/>
                </a:solidFill>
                <a:latin typeface="Calibri"/>
              </a:rPr>
              <a:t>Merci —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1F5F9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Automatiser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tôt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(CI +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sécu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1F5F9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Déclarer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l'infra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et les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déploiements</a:t>
            </a:r>
            <a:endParaRPr sz="1600" b="0" dirty="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1F5F9"/>
                </a:solidFill>
                <a:latin typeface="Calibri"/>
              </a:rPr>
              <a:t>•  Git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comme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source de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vérité</a:t>
            </a:r>
            <a:endParaRPr sz="1600" b="0" dirty="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1F5F9"/>
                </a:solidFill>
                <a:latin typeface="Calibri"/>
              </a:rPr>
              <a:t>•  Observer pour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fiabiliser</a:t>
            </a:r>
            <a:endParaRPr sz="1600" b="0" dirty="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1F5F9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Prouver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1F5F9"/>
                </a:solidFill>
                <a:latin typeface="Calibri"/>
              </a:rPr>
              <a:t>chaque</a:t>
            </a:r>
            <a:r>
              <a:rPr sz="1600" b="0" dirty="0">
                <a:solidFill>
                  <a:srgbClr val="F1F5F9"/>
                </a:solidFill>
                <a:latin typeface="Calibri"/>
              </a:rPr>
              <a:t> étape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DD4BF"/>
                </a:solidFill>
                <a:latin typeface="Calibri"/>
              </a:rPr>
              <a:t>Perspectives</a:t>
            </a:r>
          </a:p>
          <a:p>
            <a:endParaRPr sz="1600" b="1" dirty="0">
              <a:solidFill>
                <a:srgbClr val="2DD4BF"/>
              </a:solidFill>
              <a:latin typeface="Calibri"/>
            </a:endParaRP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• Industrialiser les secrets (Sealed Secrets)</a:t>
            </a: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F1F5F9"/>
                </a:solidFill>
                <a:latin typeface="Calibri"/>
              </a:rPr>
              <a:t>Stabiliser</a:t>
            </a:r>
            <a:r>
              <a:rPr sz="1400" b="0" dirty="0">
                <a:solidFill>
                  <a:srgbClr val="F1F5F9"/>
                </a:solidFill>
                <a:latin typeface="Calibri"/>
              </a:rPr>
              <a:t> les </a:t>
            </a:r>
            <a:r>
              <a:rPr sz="1400" b="0" dirty="0" err="1">
                <a:solidFill>
                  <a:srgbClr val="F1F5F9"/>
                </a:solidFill>
                <a:latin typeface="Calibri"/>
              </a:rPr>
              <a:t>réplicas</a:t>
            </a:r>
            <a:endParaRPr sz="1400" b="0" dirty="0">
              <a:solidFill>
                <a:srgbClr val="F1F5F9"/>
              </a:solidFill>
              <a:latin typeface="Calibri"/>
            </a:endParaRP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F1F5F9"/>
                </a:solidFill>
                <a:latin typeface="Calibri"/>
              </a:rPr>
              <a:t>Renforcer</a:t>
            </a:r>
            <a:r>
              <a:rPr sz="1400" b="0" dirty="0">
                <a:solidFill>
                  <a:srgbClr val="F1F5F9"/>
                </a:solidFill>
                <a:latin typeface="Calibri"/>
              </a:rPr>
              <a:t> les dashboards / SLO</a:t>
            </a:r>
          </a:p>
          <a:p>
            <a:endParaRPr sz="1400" b="0" dirty="0">
              <a:solidFill>
                <a:srgbClr val="F1F5F9"/>
              </a:solidFill>
              <a:latin typeface="Calibri"/>
            </a:endParaRP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Repos</a:t>
            </a: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github.com/abdellah-get/</a:t>
            </a:r>
            <a:r>
              <a:rPr sz="1400" b="0" dirty="0" err="1">
                <a:solidFill>
                  <a:srgbClr val="F1F5F9"/>
                </a:solidFill>
                <a:latin typeface="Calibri"/>
              </a:rPr>
              <a:t>fsm</a:t>
            </a:r>
            <a:r>
              <a:rPr sz="1400" b="0" dirty="0">
                <a:solidFill>
                  <a:srgbClr val="F1F5F9"/>
                </a:solidFill>
                <a:latin typeface="Calibri"/>
              </a:rPr>
              <a:t>-docker</a:t>
            </a:r>
          </a:p>
          <a:p>
            <a:r>
              <a:rPr sz="1400" b="0" dirty="0">
                <a:solidFill>
                  <a:srgbClr val="F1F5F9"/>
                </a:solidFill>
                <a:latin typeface="Calibri"/>
              </a:rPr>
              <a:t>fsm-app-morocco.duckdns.org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9CB3"/>
                </a:solidFill>
                <a:latin typeface="Calibri"/>
              </a:rPr>
              <a:t>FSM Docker  ·  Stage DevOps Wilance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9CB3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656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abdellah F5R</cp:lastModifiedBy>
  <cp:revision>2</cp:revision>
  <dcterms:created xsi:type="dcterms:W3CDTF">2013-01-27T09:14:16Z</dcterms:created>
  <dcterms:modified xsi:type="dcterms:W3CDTF">2026-08-04T23:35:43Z</dcterms:modified>
  <cp:category/>
</cp:coreProperties>
</file>